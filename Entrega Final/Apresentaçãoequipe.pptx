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BE3084-ABBA-EFF0-53AA-236D2DC1F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9F78F1-8135-3004-3D98-4209C4A01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48EF3C-B98C-2943-DB77-D9677DEC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B9F010-9040-6EC1-EAFA-3FA6682E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30E6B1-4204-3EEE-6C47-0B208011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96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7E90E-2D1B-E15D-7F43-4B2A4C56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EB968D-E41B-2C05-E537-D07FD4441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DA7D3C-0949-9976-96A9-5C7426CE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9C573D-ECA8-6611-706D-1A8186AD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30E91E-5185-F8A5-A9CC-D925D2C4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0894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C37D3-50CC-00B9-508F-2CAF3928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E6AFAF-520A-76C1-79D4-F64E868D1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48D5B4-3DD1-D0A2-6323-4682BAC5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67E28-C14D-E8F7-F57D-ED3478713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AA104C-1DD5-3844-D50E-0F6FCB83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586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50279-F853-0761-FB93-5D0F07F85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A18EB6-F5CA-C9D9-0257-94851CD60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138B43-4C80-41E9-2D1A-DDA31B7F9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1232B8-5DCF-204E-7D7E-24FA027D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A67424-1DF9-FF26-1278-C77A30E5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EDA37C-5F92-43E2-66F6-0D6C0B8E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53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9D6ED-91AE-ECE2-1198-00B1F59C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6FA920-F0A6-7A78-5D6A-7EA43342B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8A60AE-4ED9-11BC-E09A-033D05852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B25BAC-0849-66CF-9AF4-F68EED7C0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CC945A-875F-2A3E-2626-9B58B6573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CB6966-D560-D114-19C8-35A20B91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AE206E-5F0B-8193-4692-25377858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2BFE5E-B2A1-3A2E-4EC1-3F3356CC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345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69DEE-73A2-3B10-1A67-042BDBEBF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DD886A-0BA4-EE54-A983-B5431E4C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99DA9E-05A1-60E9-5C5B-FFEA1E3F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734394-BCA0-59CA-87D6-E1A65DD2B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2030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078867E-82CE-D468-DBE9-B85198AD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B515C31-6FED-2E44-9AFA-204EA15C1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0EB30E-5B0C-30F0-4530-BB76A6E4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813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80F031-AD37-8749-33DD-BBF5B679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43E8C3-6E83-82D4-F0EC-0B290BF1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8F0EE8-105B-6AC3-95C7-E7F828B1E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54A17D-456E-531A-E5A7-889C3F99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970FCA-0039-4022-CB6A-9AF135E7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276029-F535-8930-4B61-DC3CDF8E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128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52EAD-7EB3-6F62-B2FB-640E420D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3250DA5-1307-9B11-22AD-9286D0E80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A54526-053D-6135-032E-D69F927DE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4CC486-EF36-ADE2-B07C-E2CFA99B7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1DD62B-248C-2BFD-5511-7A3F917B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3E811E-15E8-6EB2-2D94-02D6A4AA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555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1DB74-3B7D-5DBB-4329-AF174D9C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40EC73-4B0E-B3F5-4DED-9D3302689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F7126-65E0-2366-B57F-F43A20332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776EC6-BB2E-D13B-73C6-CD5329FE0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B56647-294B-B09A-A3B5-B6F65ECE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80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5F069E-B93C-B9F1-ED32-D1AC7A414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24E666-9DCA-E536-CB3F-071312F41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7690B-7DFD-5412-2A94-29C1F3C40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149C1F-1824-C250-C2D1-CA7638747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ABC348-B6F3-E63F-5485-2E5428D5A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4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5EC53D1-CE0B-11DE-5106-5312A250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C50D2D-C18F-BB71-6754-2CF59A1B4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6D85DE-6931-DDD6-8118-3259CD83C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F8831-132A-4B4B-9602-F8DC89527F5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3CE2AA-B8BC-0F2D-0721-97C8C3B3B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B7807E-1137-41EE-70E4-20AFA3ADF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25AE2-9EC9-4138-9D3F-F4F6973A25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63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A5D5299-1653-151C-558C-20701BBC7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59" b="19209"/>
          <a:stretch>
            <a:fillRect/>
          </a:stretch>
        </p:blipFill>
        <p:spPr>
          <a:xfrm>
            <a:off x="2644776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2E610F7-5E90-E883-2DBB-D982DDA1AC21}"/>
              </a:ext>
            </a:extLst>
          </p:cNvPr>
          <p:cNvSpPr txBox="1"/>
          <p:nvPr/>
        </p:nvSpPr>
        <p:spPr>
          <a:xfrm>
            <a:off x="168907" y="904352"/>
            <a:ext cx="31193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Gabriel Oliveira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321039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4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BD6EFE-5897-21F6-A103-C7BCFD296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87" b="28439"/>
          <a:stretch>
            <a:fillRect/>
          </a:stretch>
        </p:blipFill>
        <p:spPr>
          <a:xfrm>
            <a:off x="2750804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4E4DD2-E2A6-69E9-ED30-837D70B20421}"/>
              </a:ext>
            </a:extLst>
          </p:cNvPr>
          <p:cNvSpPr txBox="1"/>
          <p:nvPr/>
        </p:nvSpPr>
        <p:spPr>
          <a:xfrm>
            <a:off x="100483" y="994787"/>
            <a:ext cx="2855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Murillo Lopes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23386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DBEAE55-3EA1-41D7-A212-5F7D8986C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21220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C5F0E7-644F-4101-BE72-12825CF5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17551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CDCAB3E-916F-248A-FBCE-8E0AB41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0" r="-1" b="45424"/>
          <a:stretch>
            <a:fillRect/>
          </a:stretch>
        </p:blipFill>
        <p:spPr>
          <a:xfrm>
            <a:off x="2644776" y="10"/>
            <a:ext cx="9547224" cy="6857990"/>
          </a:xfrm>
          <a:custGeom>
            <a:avLst/>
            <a:gdLst/>
            <a:ahLst/>
            <a:cxnLst/>
            <a:rect l="l" t="t" r="r" b="b"/>
            <a:pathLst>
              <a:path w="9547224" h="6858000">
                <a:moveTo>
                  <a:pt x="1623023" y="0"/>
                </a:moveTo>
                <a:lnTo>
                  <a:pt x="2716256" y="0"/>
                </a:lnTo>
                <a:lnTo>
                  <a:pt x="3032455" y="0"/>
                </a:lnTo>
                <a:lnTo>
                  <a:pt x="3496422" y="0"/>
                </a:lnTo>
                <a:lnTo>
                  <a:pt x="5205951" y="0"/>
                </a:lnTo>
                <a:lnTo>
                  <a:pt x="9547224" y="0"/>
                </a:lnTo>
                <a:lnTo>
                  <a:pt x="9547224" y="6858000"/>
                </a:lnTo>
                <a:lnTo>
                  <a:pt x="5205951" y="6858000"/>
                </a:lnTo>
                <a:lnTo>
                  <a:pt x="3496422" y="6858000"/>
                </a:lnTo>
                <a:lnTo>
                  <a:pt x="3032455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F9B6B4-B0C4-45C6-A086-901C960D0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644774" y="0"/>
            <a:ext cx="2756893" cy="6858000"/>
          </a:xfrm>
          <a:custGeom>
            <a:avLst/>
            <a:gdLst>
              <a:gd name="connsiteX0" fmla="*/ 1133870 w 2756893"/>
              <a:gd name="connsiteY0" fmla="*/ 0 h 6858000"/>
              <a:gd name="connsiteX1" fmla="*/ 898082 w 2756893"/>
              <a:gd name="connsiteY1" fmla="*/ 0 h 6858000"/>
              <a:gd name="connsiteX2" fmla="*/ 920668 w 2756893"/>
              <a:gd name="connsiteY2" fmla="*/ 14997 h 6858000"/>
              <a:gd name="connsiteX3" fmla="*/ 2554961 w 2756893"/>
              <a:gd name="connsiteY3" fmla="*/ 3621656 h 6858000"/>
              <a:gd name="connsiteX4" fmla="*/ 641513 w 2756893"/>
              <a:gd name="connsiteY4" fmla="*/ 6374814 h 6858000"/>
              <a:gd name="connsiteX5" fmla="*/ 114086 w 2756893"/>
              <a:gd name="connsiteY5" fmla="*/ 6780599 h 6858000"/>
              <a:gd name="connsiteX6" fmla="*/ 0 w 2756893"/>
              <a:gd name="connsiteY6" fmla="*/ 6858000 h 6858000"/>
              <a:gd name="connsiteX7" fmla="*/ 40637 w 2756893"/>
              <a:gd name="connsiteY7" fmla="*/ 6858000 h 6858000"/>
              <a:gd name="connsiteX8" fmla="*/ 254139 w 2756893"/>
              <a:gd name="connsiteY8" fmla="*/ 6858000 h 6858000"/>
              <a:gd name="connsiteX9" fmla="*/ 365895 w 2756893"/>
              <a:gd name="connsiteY9" fmla="*/ 6780599 h 6858000"/>
              <a:gd name="connsiteX10" fmla="*/ 882543 w 2756893"/>
              <a:gd name="connsiteY10" fmla="*/ 6374814 h 6858000"/>
              <a:gd name="connsiteX11" fmla="*/ 2756893 w 2756893"/>
              <a:gd name="connsiteY11" fmla="*/ 3621656 h 6858000"/>
              <a:gd name="connsiteX12" fmla="*/ 1155994 w 2756893"/>
              <a:gd name="connsiteY12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6893" h="6858000">
                <a:moveTo>
                  <a:pt x="1133870" y="0"/>
                </a:moveTo>
                <a:lnTo>
                  <a:pt x="898082" y="0"/>
                </a:lnTo>
                <a:lnTo>
                  <a:pt x="920668" y="14997"/>
                </a:lnTo>
                <a:cubicBezTo>
                  <a:pt x="1969257" y="754641"/>
                  <a:pt x="2554961" y="2093192"/>
                  <a:pt x="2554961" y="3621656"/>
                </a:cubicBezTo>
                <a:cubicBezTo>
                  <a:pt x="2554961" y="4969131"/>
                  <a:pt x="1606863" y="5602839"/>
                  <a:pt x="641513" y="6374814"/>
                </a:cubicBezTo>
                <a:cubicBezTo>
                  <a:pt x="465717" y="6515397"/>
                  <a:pt x="291531" y="6653108"/>
                  <a:pt x="114086" y="6780599"/>
                </a:cubicBezTo>
                <a:lnTo>
                  <a:pt x="0" y="6858000"/>
                </a:lnTo>
                <a:lnTo>
                  <a:pt x="40637" y="6858000"/>
                </a:lnTo>
                <a:lnTo>
                  <a:pt x="254139" y="6858000"/>
                </a:lnTo>
                <a:lnTo>
                  <a:pt x="365895" y="6780599"/>
                </a:lnTo>
                <a:cubicBezTo>
                  <a:pt x="539713" y="6653108"/>
                  <a:pt x="710340" y="6515397"/>
                  <a:pt x="882543" y="6374814"/>
                </a:cubicBezTo>
                <a:cubicBezTo>
                  <a:pt x="1828168" y="5602839"/>
                  <a:pt x="2756893" y="4969131"/>
                  <a:pt x="2756893" y="3621656"/>
                </a:cubicBezTo>
                <a:cubicBezTo>
                  <a:pt x="2756893" y="2093192"/>
                  <a:pt x="2183157" y="754641"/>
                  <a:pt x="1155994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5635C7-76BC-0269-2EB2-024186DD4F6C}"/>
              </a:ext>
            </a:extLst>
          </p:cNvPr>
          <p:cNvSpPr txBox="1"/>
          <p:nvPr/>
        </p:nvSpPr>
        <p:spPr>
          <a:xfrm>
            <a:off x="160774" y="643095"/>
            <a:ext cx="26125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Pedro Nascimento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1924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272922" cy="68580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2061B6-0A69-007B-9723-0FC0FCB11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012" y="643466"/>
            <a:ext cx="5566833" cy="5566833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75188"/>
            <a:chExt cx="1562267" cy="1172973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34384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Meiryo</vt:lpstr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Adalto Massashiro Nagabe</dc:creator>
  <cp:lastModifiedBy>Adalto Massashiro Nagabe</cp:lastModifiedBy>
  <cp:revision>3</cp:revision>
  <dcterms:created xsi:type="dcterms:W3CDTF">2026-05-22T22:54:16Z</dcterms:created>
  <dcterms:modified xsi:type="dcterms:W3CDTF">2026-05-22T23:10:42Z</dcterms:modified>
</cp:coreProperties>
</file>